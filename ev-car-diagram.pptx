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29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AAE8E-23FD-F40B-5ADF-ECA9804A5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011295-E1A6-C357-6AE3-704290C3B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80704-23B0-DB8C-7BC7-645058A4F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B1505-8FDD-48B3-B842-06D51632995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7B0D3-AC11-F256-2C54-209F620CC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72194-ED29-3843-A44F-E9CA01B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67A7-C52B-4D8B-9160-7F7B5F75B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922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5B5CB-4A3D-4BEF-2BC1-8185A7F7E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EA441-C522-FEED-DACA-D6E061CD5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03BAC-CE25-7ADD-5F91-7FE32AEFC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B1505-8FDD-48B3-B842-06D51632995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52944-C2B0-1949-9F3E-D7EDAAB72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92637-C157-DE80-90F6-90418138D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67A7-C52B-4D8B-9160-7F7B5F75B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915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FCE3C-F6EE-42B6-2400-AAAE7F9FE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0A8BE9-7476-E17C-7B30-789FB8130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D280A-2268-11D6-54A4-C43832381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B1505-8FDD-48B3-B842-06D51632995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D9DCE-F658-89E9-2955-AC1A015F1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82C32-2651-23B9-E76E-1BB7C09A7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67A7-C52B-4D8B-9160-7F7B5F75B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903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ECB5-772D-24D0-4AEA-D6BCBD6A7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36690-F372-DEC4-B048-25C570B35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713C3-D683-895C-E514-AEA901CDA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15B669-7F2E-6C68-4BF8-FA2D9CEDA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B1505-8FDD-48B3-B842-06D51632995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4E687-B9A7-43DA-2A7A-93B9869EC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1562EB-3F7F-770B-30B0-DAA574433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67A7-C52B-4D8B-9160-7F7B5F75B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021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75CD5-2161-AF44-0F4E-F548165EB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CE7D8-A94B-0E19-2F58-0861C1A77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670105-62DB-AD5B-E2F4-0D62B1F47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356072-7437-C796-59A7-FD49823D3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2ABAA7-0DF3-5F86-D2C7-69F981BB26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3D63D3-5CDC-C7D8-4C97-8F66E6737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B1505-8FDD-48B3-B842-06D51632995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8BA3B4-44AD-F857-EEE5-833AD3B61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44400-F355-53F8-2921-621F71BC2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67A7-C52B-4D8B-9160-7F7B5F75B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680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D32DF-91D0-BDCF-2685-479E6E0CD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5DE186-164F-D118-02FC-85D49FEE7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B1505-8FDD-48B3-B842-06D51632995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C50F14-F838-17B1-BD11-3D91A1DE1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3B128F-6DB8-A685-65D3-1DEA6F446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67A7-C52B-4D8B-9160-7F7B5F75B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73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6D5840-7263-F04C-E02E-D2FB81D05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B1505-8FDD-48B3-B842-06D51632995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038CFA-68B1-95C6-DC5B-633D68040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149CF-3D16-85BC-91F1-A7B36F950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67A7-C52B-4D8B-9160-7F7B5F75B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244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E832C-D291-D59F-8334-247A5E691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38C1B-4952-4984-BAA9-0D9DB0FBD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E6F2B7-9A71-C35F-4494-9A1D09E039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0DF6D7-B6B5-402B-C11C-81263147A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B1505-8FDD-48B3-B842-06D51632995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1A7E63-29BE-522E-10B3-47084304B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F8B9B-0DA2-55B4-5D03-3BA993FDF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67A7-C52B-4D8B-9160-7F7B5F75B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474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286AA-06E6-6CA0-4F76-4CAE59C5C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5D473A-4ABE-3C65-16AA-F00B5CFCC7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90AC0C-96E8-441E-E724-DF7F4484A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565BA2-E091-CB94-1C39-4AC2E15E6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B1505-8FDD-48B3-B842-06D51632995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CCDA2E-B275-05F8-FCF7-B03E7969F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79F092-B0EE-99DF-1CAA-69686C8E1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67A7-C52B-4D8B-9160-7F7B5F75B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769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22669-2C05-1512-BE51-D2F715A0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FE827E-4416-90A6-6D7B-C70AF780B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E1368-D8A8-0A2F-7231-96322B83E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B1505-8FDD-48B3-B842-06D51632995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A89D1-4926-70EB-7A62-A421C2397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1B780-9672-F158-FF49-FF9442B26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67A7-C52B-4D8B-9160-7F7B5F75B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23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5E7D73-2511-77E2-9670-928D21CE6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06A5BE-1780-0341-3490-A672D8494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B6967-882E-9B3E-ECE4-0AE757DD0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B1505-8FDD-48B3-B842-06D51632995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F59AA-585C-B583-EB51-0C193872C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ABDA5-0742-EEF7-999A-52A446CCC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67A7-C52B-4D8B-9160-7F7B5F75B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907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3B999D-B7D5-C934-C044-A4C1EF6DD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87EBE-D886-0756-E5A0-AB7419816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A6BC0-B96F-0D41-E648-EA8A796621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DB1505-8FDD-48B3-B842-06D51632995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94C35-FC05-944C-3DE1-F9E009B1C7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2E7EC-AD49-93BE-1360-559E322E79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6967A7-C52B-4D8B-9160-7F7B5F75B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216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B5DEA66E-59BA-F6A5-3083-ECFBE225CC78}"/>
              </a:ext>
            </a:extLst>
          </p:cNvPr>
          <p:cNvSpPr/>
          <p:nvPr/>
        </p:nvSpPr>
        <p:spPr>
          <a:xfrm>
            <a:off x="7028411" y="1471353"/>
            <a:ext cx="581891" cy="349134"/>
          </a:xfrm>
          <a:prstGeom prst="flowChartTermina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998BF52A-5439-6A35-FF4C-96B20E0F4BDB}"/>
              </a:ext>
            </a:extLst>
          </p:cNvPr>
          <p:cNvSpPr/>
          <p:nvPr/>
        </p:nvSpPr>
        <p:spPr>
          <a:xfrm>
            <a:off x="7028411" y="3876502"/>
            <a:ext cx="581891" cy="349134"/>
          </a:xfrm>
          <a:prstGeom prst="flowChartTermina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6F1F0052-A211-B7A8-9118-5CD8B97324E0}"/>
              </a:ext>
            </a:extLst>
          </p:cNvPr>
          <p:cNvSpPr/>
          <p:nvPr/>
        </p:nvSpPr>
        <p:spPr>
          <a:xfrm>
            <a:off x="10595956" y="1481051"/>
            <a:ext cx="581891" cy="349134"/>
          </a:xfrm>
          <a:prstGeom prst="flowChartTermina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2A62CFE5-0006-D4CB-53A9-C241B9059035}"/>
              </a:ext>
            </a:extLst>
          </p:cNvPr>
          <p:cNvSpPr/>
          <p:nvPr/>
        </p:nvSpPr>
        <p:spPr>
          <a:xfrm>
            <a:off x="10639596" y="3895898"/>
            <a:ext cx="581891" cy="349134"/>
          </a:xfrm>
          <a:prstGeom prst="flowChartTermina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7F1847-DEB2-13E9-833C-FDAB0CB5AC2F}"/>
              </a:ext>
            </a:extLst>
          </p:cNvPr>
          <p:cNvSpPr/>
          <p:nvPr/>
        </p:nvSpPr>
        <p:spPr>
          <a:xfrm>
            <a:off x="7275714" y="1839883"/>
            <a:ext cx="87283" cy="204631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90D88A-5005-0C2C-1954-70AF40575837}"/>
              </a:ext>
            </a:extLst>
          </p:cNvPr>
          <p:cNvSpPr/>
          <p:nvPr/>
        </p:nvSpPr>
        <p:spPr>
          <a:xfrm>
            <a:off x="10843259" y="1839883"/>
            <a:ext cx="87283" cy="204631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B48221D-E0D6-DE12-05BA-AF2AFB2540C6}"/>
              </a:ext>
            </a:extLst>
          </p:cNvPr>
          <p:cNvSpPr/>
          <p:nvPr/>
        </p:nvSpPr>
        <p:spPr>
          <a:xfrm>
            <a:off x="10639596" y="2439786"/>
            <a:ext cx="581891" cy="64008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A74AE1-FCE2-367D-8647-273F7C4C9808}"/>
              </a:ext>
            </a:extLst>
          </p:cNvPr>
          <p:cNvSpPr/>
          <p:nvPr/>
        </p:nvSpPr>
        <p:spPr>
          <a:xfrm>
            <a:off x="7362997" y="2705793"/>
            <a:ext cx="3276599" cy="1080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85058E-21CC-BF80-21EE-EEB865840D1F}"/>
              </a:ext>
            </a:extLst>
          </p:cNvPr>
          <p:cNvSpPr/>
          <p:nvPr/>
        </p:nvSpPr>
        <p:spPr>
          <a:xfrm>
            <a:off x="8778241" y="2333797"/>
            <a:ext cx="789709" cy="9601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2D0705D-C8D8-B5E2-742C-8AFB2964643B}"/>
              </a:ext>
            </a:extLst>
          </p:cNvPr>
          <p:cNvSpPr/>
          <p:nvPr/>
        </p:nvSpPr>
        <p:spPr>
          <a:xfrm>
            <a:off x="9858895" y="2313016"/>
            <a:ext cx="577038" cy="1001683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279AEF-DD70-C5B2-6DEA-57A4842121EF}"/>
              </a:ext>
            </a:extLst>
          </p:cNvPr>
          <p:cNvSpPr txBox="1"/>
          <p:nvPr/>
        </p:nvSpPr>
        <p:spPr>
          <a:xfrm>
            <a:off x="7797338" y="1753985"/>
            <a:ext cx="671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Battery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522C61-2B0F-F1DB-58A5-F388E9FE5ECC}"/>
              </a:ext>
            </a:extLst>
          </p:cNvPr>
          <p:cNvSpPr txBox="1"/>
          <p:nvPr/>
        </p:nvSpPr>
        <p:spPr>
          <a:xfrm>
            <a:off x="8771723" y="1749827"/>
            <a:ext cx="8627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Controller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955B4C-FC5D-A18F-1325-4FE3EA36F26A}"/>
              </a:ext>
            </a:extLst>
          </p:cNvPr>
          <p:cNvSpPr txBox="1"/>
          <p:nvPr/>
        </p:nvSpPr>
        <p:spPr>
          <a:xfrm>
            <a:off x="9823003" y="1741562"/>
            <a:ext cx="671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Motor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D250CE65-0725-5FEC-52EE-823A2D9823A2}"/>
              </a:ext>
            </a:extLst>
          </p:cNvPr>
          <p:cNvSpPr/>
          <p:nvPr/>
        </p:nvSpPr>
        <p:spPr>
          <a:xfrm>
            <a:off x="8778241" y="2111433"/>
            <a:ext cx="689955" cy="11430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6B685759-6D32-117B-12A1-4319C8A570DB}"/>
              </a:ext>
            </a:extLst>
          </p:cNvPr>
          <p:cNvSpPr/>
          <p:nvPr/>
        </p:nvSpPr>
        <p:spPr>
          <a:xfrm>
            <a:off x="9745978" y="2106558"/>
            <a:ext cx="689955" cy="11430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Left 24">
            <a:extLst>
              <a:ext uri="{FF2B5EF4-FFF2-40B4-BE49-F238E27FC236}">
                <a16:creationId xmlns:a16="http://schemas.microsoft.com/office/drawing/2014/main" id="{951529E4-B8A7-10F5-5DB4-C5EE088CF0C1}"/>
              </a:ext>
            </a:extLst>
          </p:cNvPr>
          <p:cNvSpPr/>
          <p:nvPr/>
        </p:nvSpPr>
        <p:spPr>
          <a:xfrm>
            <a:off x="8819804" y="3429000"/>
            <a:ext cx="714894" cy="130923"/>
          </a:xfrm>
          <a:prstGeom prst="lef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Arrow: Left 26">
            <a:extLst>
              <a:ext uri="{FF2B5EF4-FFF2-40B4-BE49-F238E27FC236}">
                <a16:creationId xmlns:a16="http://schemas.microsoft.com/office/drawing/2014/main" id="{C6BBA9EE-4A7A-F5E1-9E68-D480CE04FEFD}"/>
              </a:ext>
            </a:extLst>
          </p:cNvPr>
          <p:cNvSpPr/>
          <p:nvPr/>
        </p:nvSpPr>
        <p:spPr>
          <a:xfrm>
            <a:off x="9813380" y="3434196"/>
            <a:ext cx="714894" cy="130923"/>
          </a:xfrm>
          <a:prstGeom prst="lef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D4B6AB3-41DD-9C34-8904-9373AA009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4019" y="2313016"/>
            <a:ext cx="465833" cy="1046817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02166171-916C-F667-93FB-4C27C9C4061E}"/>
              </a:ext>
            </a:extLst>
          </p:cNvPr>
          <p:cNvSpPr/>
          <p:nvPr/>
        </p:nvSpPr>
        <p:spPr>
          <a:xfrm>
            <a:off x="540327" y="1105593"/>
            <a:ext cx="5079358" cy="40067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02C5C6-FE23-AA68-6807-2D4322E01CCE}"/>
              </a:ext>
            </a:extLst>
          </p:cNvPr>
          <p:cNvSpPr/>
          <p:nvPr/>
        </p:nvSpPr>
        <p:spPr>
          <a:xfrm>
            <a:off x="914400" y="1839884"/>
            <a:ext cx="1138844" cy="14083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C6A0D9D-24BE-37A0-2AD6-C878CF213E4A}"/>
              </a:ext>
            </a:extLst>
          </p:cNvPr>
          <p:cNvSpPr/>
          <p:nvPr/>
        </p:nvSpPr>
        <p:spPr>
          <a:xfrm>
            <a:off x="5263559" y="1880061"/>
            <a:ext cx="1138844" cy="14083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DB8DC7-23C1-0CA5-4F11-CEDA45DA4D1E}"/>
              </a:ext>
            </a:extLst>
          </p:cNvPr>
          <p:cNvSpPr/>
          <p:nvPr/>
        </p:nvSpPr>
        <p:spPr>
          <a:xfrm>
            <a:off x="2991338" y="1888326"/>
            <a:ext cx="1138844" cy="14083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2B50ED1-12D4-9B2C-E89C-AAC191C07B78}"/>
              </a:ext>
            </a:extLst>
          </p:cNvPr>
          <p:cNvSpPr/>
          <p:nvPr/>
        </p:nvSpPr>
        <p:spPr>
          <a:xfrm>
            <a:off x="1956403" y="4139736"/>
            <a:ext cx="1034935" cy="56942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Control Module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9CCDBDB-5F5B-68E8-F099-9FF08AE98E4A}"/>
              </a:ext>
            </a:extLst>
          </p:cNvPr>
          <p:cNvSpPr/>
          <p:nvPr/>
        </p:nvSpPr>
        <p:spPr>
          <a:xfrm>
            <a:off x="3091140" y="4148047"/>
            <a:ext cx="1096691" cy="56942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Thermal Management Module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C5DC766-B6FF-DEA3-8BBE-1A24A9B9C5D7}"/>
              </a:ext>
            </a:extLst>
          </p:cNvPr>
          <p:cNvSpPr/>
          <p:nvPr/>
        </p:nvSpPr>
        <p:spPr>
          <a:xfrm>
            <a:off x="4287634" y="4139738"/>
            <a:ext cx="1034935" cy="56942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Safety Module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8D98D17-B2AC-6CD4-C8F7-5567D1429392}"/>
              </a:ext>
            </a:extLst>
          </p:cNvPr>
          <p:cNvCxnSpPr/>
          <p:nvPr/>
        </p:nvCxnSpPr>
        <p:spPr>
          <a:xfrm>
            <a:off x="2473870" y="3815542"/>
            <a:ext cx="2156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112B7D4-3EE7-1801-2319-49A222F36147}"/>
              </a:ext>
            </a:extLst>
          </p:cNvPr>
          <p:cNvCxnSpPr/>
          <p:nvPr/>
        </p:nvCxnSpPr>
        <p:spPr>
          <a:xfrm>
            <a:off x="2473870" y="3815542"/>
            <a:ext cx="0" cy="324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B42879E-F689-B8B3-0750-252867B56C44}"/>
              </a:ext>
            </a:extLst>
          </p:cNvPr>
          <p:cNvCxnSpPr/>
          <p:nvPr/>
        </p:nvCxnSpPr>
        <p:spPr>
          <a:xfrm>
            <a:off x="3590547" y="3823853"/>
            <a:ext cx="0" cy="324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56AEEBA-2185-4B88-92E7-1BC5FCE170CB}"/>
              </a:ext>
            </a:extLst>
          </p:cNvPr>
          <p:cNvCxnSpPr/>
          <p:nvPr/>
        </p:nvCxnSpPr>
        <p:spPr>
          <a:xfrm>
            <a:off x="4630189" y="3823853"/>
            <a:ext cx="0" cy="324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26AD682-096F-4E4E-7FA4-F33E0F067B04}"/>
              </a:ext>
            </a:extLst>
          </p:cNvPr>
          <p:cNvCxnSpPr>
            <a:cxnSpLocks/>
          </p:cNvCxnSpPr>
          <p:nvPr/>
        </p:nvCxnSpPr>
        <p:spPr>
          <a:xfrm>
            <a:off x="3590547" y="3314699"/>
            <a:ext cx="0" cy="5008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E8695A31-D4AA-DDA9-DCA5-DAD2BC2CC8BB}"/>
              </a:ext>
            </a:extLst>
          </p:cNvPr>
          <p:cNvSpPr/>
          <p:nvPr/>
        </p:nvSpPr>
        <p:spPr>
          <a:xfrm>
            <a:off x="1956403" y="5434444"/>
            <a:ext cx="1034935" cy="56942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External Charger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8607C7F-D78E-AA59-7D0C-392513429CC6}"/>
              </a:ext>
            </a:extLst>
          </p:cNvPr>
          <p:cNvCxnSpPr>
            <a:stCxn id="49" idx="0"/>
          </p:cNvCxnSpPr>
          <p:nvPr/>
        </p:nvCxnSpPr>
        <p:spPr>
          <a:xfrm flipH="1" flipV="1">
            <a:off x="2473870" y="4759036"/>
            <a:ext cx="1" cy="6754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27024674-8D97-0AA9-7D48-6590A6A85F6F}"/>
              </a:ext>
            </a:extLst>
          </p:cNvPr>
          <p:cNvSpPr/>
          <p:nvPr/>
        </p:nvSpPr>
        <p:spPr>
          <a:xfrm>
            <a:off x="3118214" y="2061556"/>
            <a:ext cx="869375" cy="4572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State of Charge Algorithms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1977A85-1B84-074A-55C7-0FC9510FA5E4}"/>
              </a:ext>
            </a:extLst>
          </p:cNvPr>
          <p:cNvSpPr/>
          <p:nvPr/>
        </p:nvSpPr>
        <p:spPr>
          <a:xfrm>
            <a:off x="3141426" y="2730174"/>
            <a:ext cx="856211" cy="3550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Decision Logic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6B0038C-219E-C984-58E2-A8B1F3BDADC7}"/>
              </a:ext>
            </a:extLst>
          </p:cNvPr>
          <p:cNvCxnSpPr>
            <a:cxnSpLocks/>
            <a:stCxn id="52" idx="2"/>
          </p:cNvCxnSpPr>
          <p:nvPr/>
        </p:nvCxnSpPr>
        <p:spPr>
          <a:xfrm>
            <a:off x="3552902" y="2518759"/>
            <a:ext cx="16629" cy="2114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Arrow: Up 59">
            <a:extLst>
              <a:ext uri="{FF2B5EF4-FFF2-40B4-BE49-F238E27FC236}">
                <a16:creationId xmlns:a16="http://schemas.microsoft.com/office/drawing/2014/main" id="{C35B7F76-9A1A-77ED-73C2-E790DEF02250}"/>
              </a:ext>
            </a:extLst>
          </p:cNvPr>
          <p:cNvSpPr/>
          <p:nvPr/>
        </p:nvSpPr>
        <p:spPr>
          <a:xfrm>
            <a:off x="10665230" y="1928553"/>
            <a:ext cx="86102" cy="511233"/>
          </a:xfrm>
          <a:prstGeom prst="up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Arrow: Up 60">
            <a:extLst>
              <a:ext uri="{FF2B5EF4-FFF2-40B4-BE49-F238E27FC236}">
                <a16:creationId xmlns:a16="http://schemas.microsoft.com/office/drawing/2014/main" id="{71454356-EEA3-EEF4-0EFE-7672C5DFE0C6}"/>
              </a:ext>
            </a:extLst>
          </p:cNvPr>
          <p:cNvSpPr/>
          <p:nvPr/>
        </p:nvSpPr>
        <p:spPr>
          <a:xfrm>
            <a:off x="11056824" y="3214254"/>
            <a:ext cx="87283" cy="536193"/>
          </a:xfrm>
          <a:prstGeom prst="up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Arrow: Down 61">
            <a:extLst>
              <a:ext uri="{FF2B5EF4-FFF2-40B4-BE49-F238E27FC236}">
                <a16:creationId xmlns:a16="http://schemas.microsoft.com/office/drawing/2014/main" id="{51832E51-7416-8FCF-FD18-D025C455CD70}"/>
              </a:ext>
            </a:extLst>
          </p:cNvPr>
          <p:cNvSpPr/>
          <p:nvPr/>
        </p:nvSpPr>
        <p:spPr>
          <a:xfrm>
            <a:off x="11049695" y="1928553"/>
            <a:ext cx="84510" cy="511233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Arrow: Down 62">
            <a:extLst>
              <a:ext uri="{FF2B5EF4-FFF2-40B4-BE49-F238E27FC236}">
                <a16:creationId xmlns:a16="http://schemas.microsoft.com/office/drawing/2014/main" id="{54ED28D0-1D46-A020-6455-3D8EAD251649}"/>
              </a:ext>
            </a:extLst>
          </p:cNvPr>
          <p:cNvSpPr/>
          <p:nvPr/>
        </p:nvSpPr>
        <p:spPr>
          <a:xfrm>
            <a:off x="10666822" y="3214254"/>
            <a:ext cx="84510" cy="511233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DB64D53-46C1-A7DB-1F7D-E044959933AD}"/>
              </a:ext>
            </a:extLst>
          </p:cNvPr>
          <p:cNvSpPr txBox="1"/>
          <p:nvPr/>
        </p:nvSpPr>
        <p:spPr>
          <a:xfrm>
            <a:off x="11434156" y="1509393"/>
            <a:ext cx="581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Energy Flow</a:t>
            </a:r>
          </a:p>
        </p:txBody>
      </p: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C0885480-3E52-7622-73E3-57A7713939EF}"/>
              </a:ext>
            </a:extLst>
          </p:cNvPr>
          <p:cNvSpPr/>
          <p:nvPr/>
        </p:nvSpPr>
        <p:spPr>
          <a:xfrm>
            <a:off x="11434156" y="2333797"/>
            <a:ext cx="460820" cy="105989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6F0B23CA-8220-7351-F8E4-85C76ABF1BB4}"/>
              </a:ext>
            </a:extLst>
          </p:cNvPr>
          <p:cNvSpPr/>
          <p:nvPr/>
        </p:nvSpPr>
        <p:spPr>
          <a:xfrm>
            <a:off x="11434156" y="3288375"/>
            <a:ext cx="460820" cy="105989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15BBEEB-69FA-E960-FD1B-7D30CF760FF5}"/>
              </a:ext>
            </a:extLst>
          </p:cNvPr>
          <p:cNvSpPr txBox="1"/>
          <p:nvPr/>
        </p:nvSpPr>
        <p:spPr>
          <a:xfrm>
            <a:off x="11255432" y="2018561"/>
            <a:ext cx="9968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Electrical to Mechanical (Acceleration)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A331CFB-2F70-40EF-C60B-62E26A773430}"/>
              </a:ext>
            </a:extLst>
          </p:cNvPr>
          <p:cNvSpPr txBox="1"/>
          <p:nvPr/>
        </p:nvSpPr>
        <p:spPr>
          <a:xfrm>
            <a:off x="11158658" y="2992582"/>
            <a:ext cx="11949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Mechanical to Electrical (Regeneration)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B06023F-815F-D7F2-0A08-6F8DED550B5E}"/>
              </a:ext>
            </a:extLst>
          </p:cNvPr>
          <p:cNvCxnSpPr/>
          <p:nvPr/>
        </p:nvCxnSpPr>
        <p:spPr>
          <a:xfrm flipV="1">
            <a:off x="1363288" y="3274175"/>
            <a:ext cx="0" cy="10827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A3D0633-4795-E4F0-52FF-B0A50996D787}"/>
              </a:ext>
            </a:extLst>
          </p:cNvPr>
          <p:cNvCxnSpPr/>
          <p:nvPr/>
        </p:nvCxnSpPr>
        <p:spPr>
          <a:xfrm>
            <a:off x="1363288" y="4356909"/>
            <a:ext cx="5931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56E1B87-21D3-C73C-6282-3902FBB57F57}"/>
              </a:ext>
            </a:extLst>
          </p:cNvPr>
          <p:cNvCxnSpPr>
            <a:cxnSpLocks/>
          </p:cNvCxnSpPr>
          <p:nvPr/>
        </p:nvCxnSpPr>
        <p:spPr>
          <a:xfrm>
            <a:off x="2103120" y="2572559"/>
            <a:ext cx="8271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87CE0378-C641-1651-FB1F-C29ADA706722}"/>
              </a:ext>
            </a:extLst>
          </p:cNvPr>
          <p:cNvCxnSpPr>
            <a:cxnSpLocks/>
          </p:cNvCxnSpPr>
          <p:nvPr/>
        </p:nvCxnSpPr>
        <p:spPr>
          <a:xfrm>
            <a:off x="4187831" y="2572559"/>
            <a:ext cx="10159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A6503529-C472-5293-0F2C-6354D5EB0DC5}"/>
              </a:ext>
            </a:extLst>
          </p:cNvPr>
          <p:cNvSpPr txBox="1"/>
          <p:nvPr/>
        </p:nvSpPr>
        <p:spPr>
          <a:xfrm>
            <a:off x="2223655" y="2163709"/>
            <a:ext cx="616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err="1"/>
              <a:t>SenSor</a:t>
            </a:r>
            <a:r>
              <a:rPr lang="en-IN" sz="1000" dirty="0"/>
              <a:t> Data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3C34E5D-0B64-26F0-861D-83ABE0B10B66}"/>
              </a:ext>
            </a:extLst>
          </p:cNvPr>
          <p:cNvSpPr txBox="1"/>
          <p:nvPr/>
        </p:nvSpPr>
        <p:spPr>
          <a:xfrm>
            <a:off x="4419750" y="2154322"/>
            <a:ext cx="701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State Estimate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FD10EF8B-67E2-BDDB-7113-76DCF2B12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572" y="2358733"/>
            <a:ext cx="1082266" cy="512272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45F979DC-D132-4F9E-8CB0-855559E0C3A1}"/>
              </a:ext>
            </a:extLst>
          </p:cNvPr>
          <p:cNvSpPr txBox="1"/>
          <p:nvPr/>
        </p:nvSpPr>
        <p:spPr>
          <a:xfrm>
            <a:off x="1091488" y="1981540"/>
            <a:ext cx="616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Battery Pack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DC3031E-C87D-7F13-8B89-47A896EC168F}"/>
              </a:ext>
            </a:extLst>
          </p:cNvPr>
          <p:cNvSpPr txBox="1"/>
          <p:nvPr/>
        </p:nvSpPr>
        <p:spPr>
          <a:xfrm>
            <a:off x="1166316" y="1287838"/>
            <a:ext cx="32534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Battery Management System</a:t>
            </a: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B5196027-7C22-2024-50AB-34143BB80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0162" y="2482208"/>
            <a:ext cx="1105637" cy="787373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BD33DB1C-D766-814E-D3DA-DF5BF0B4AE33}"/>
              </a:ext>
            </a:extLst>
          </p:cNvPr>
          <p:cNvSpPr txBox="1"/>
          <p:nvPr/>
        </p:nvSpPr>
        <p:spPr>
          <a:xfrm>
            <a:off x="5477978" y="2045909"/>
            <a:ext cx="941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Real Time Health Map</a:t>
            </a: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2E014048-D62C-E64C-BD5F-BAB445E6A4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5124" y="3781121"/>
            <a:ext cx="1138844" cy="409657"/>
          </a:xfrm>
          <a:prstGeom prst="rect">
            <a:avLst/>
          </a:prstGeom>
        </p:spPr>
      </p:pic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268CD14A-C9F4-C8A6-021B-3C56373D5FCB}"/>
              </a:ext>
            </a:extLst>
          </p:cNvPr>
          <p:cNvCxnSpPr/>
          <p:nvPr/>
        </p:nvCxnSpPr>
        <p:spPr>
          <a:xfrm flipV="1">
            <a:off x="5981007" y="3314699"/>
            <a:ext cx="0" cy="4107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FFE7DDDA-09BF-1088-F01A-A56F0408F1D7}"/>
              </a:ext>
            </a:extLst>
          </p:cNvPr>
          <p:cNvSpPr txBox="1"/>
          <p:nvPr/>
        </p:nvSpPr>
        <p:spPr>
          <a:xfrm>
            <a:off x="2530644" y="4812304"/>
            <a:ext cx="6691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Power in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612C630-8B5E-299E-BC58-5FAFBCCE89CA}"/>
              </a:ext>
            </a:extLst>
          </p:cNvPr>
          <p:cNvSpPr txBox="1"/>
          <p:nvPr/>
        </p:nvSpPr>
        <p:spPr>
          <a:xfrm>
            <a:off x="1042016" y="4432757"/>
            <a:ext cx="886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Charging &amp; Equalization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97E1695-E243-8437-1765-9A714DB28D50}"/>
              </a:ext>
            </a:extLst>
          </p:cNvPr>
          <p:cNvSpPr txBox="1"/>
          <p:nvPr/>
        </p:nvSpPr>
        <p:spPr>
          <a:xfrm>
            <a:off x="3619673" y="3415432"/>
            <a:ext cx="7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Control Signals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9822F0F-470C-306A-DA79-D595C54D283A}"/>
              </a:ext>
            </a:extLst>
          </p:cNvPr>
          <p:cNvSpPr txBox="1"/>
          <p:nvPr/>
        </p:nvSpPr>
        <p:spPr>
          <a:xfrm>
            <a:off x="332509" y="133004"/>
            <a:ext cx="10263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EV Car Battery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4100788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Dell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P, Chetan S</dc:creator>
  <cp:lastModifiedBy>P, Chetan S</cp:lastModifiedBy>
  <cp:revision>1</cp:revision>
  <dcterms:created xsi:type="dcterms:W3CDTF">2026-04-27T04:14:21Z</dcterms:created>
  <dcterms:modified xsi:type="dcterms:W3CDTF">2026-04-27T05:13:10Z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ad3be33-4108-4738-9e07-d8656a181486_Enabled">
    <vt:lpwstr>true</vt:lpwstr>
  </property>
  <property fmtid="{D5CDD505-2E9C-101B-9397-08002B2CF9AE}" pid="3" name="MSIP_Label_dad3be33-4108-4738-9e07-d8656a181486_SetDate">
    <vt:lpwstr>2026-04-27T05:11:19Z</vt:lpwstr>
  </property>
  <property fmtid="{D5CDD505-2E9C-101B-9397-08002B2CF9AE}" pid="4" name="MSIP_Label_dad3be33-4108-4738-9e07-d8656a181486_Method">
    <vt:lpwstr>Privileged</vt:lpwstr>
  </property>
  <property fmtid="{D5CDD505-2E9C-101B-9397-08002B2CF9AE}" pid="5" name="MSIP_Label_dad3be33-4108-4738-9e07-d8656a181486_Name">
    <vt:lpwstr>Public No Visual Label</vt:lpwstr>
  </property>
  <property fmtid="{D5CDD505-2E9C-101B-9397-08002B2CF9AE}" pid="6" name="MSIP_Label_dad3be33-4108-4738-9e07-d8656a181486_SiteId">
    <vt:lpwstr>945c199a-83a2-4e80-9f8c-5a91be5752dd</vt:lpwstr>
  </property>
  <property fmtid="{D5CDD505-2E9C-101B-9397-08002B2CF9AE}" pid="7" name="MSIP_Label_dad3be33-4108-4738-9e07-d8656a181486_ActionId">
    <vt:lpwstr>592fb45c-2239-416f-8e0b-0281f28de7a9</vt:lpwstr>
  </property>
  <property fmtid="{D5CDD505-2E9C-101B-9397-08002B2CF9AE}" pid="8" name="MSIP_Label_dad3be33-4108-4738-9e07-d8656a181486_ContentBits">
    <vt:lpwstr>0</vt:lpwstr>
  </property>
  <property fmtid="{D5CDD505-2E9C-101B-9397-08002B2CF9AE}" pid="9" name="MSIP_Label_dad3be33-4108-4738-9e07-d8656a181486_Tag">
    <vt:lpwstr>10, 0, 1, 1</vt:lpwstr>
  </property>
</Properties>
</file>